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HACKATHON SUBMISSION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>
                <a:solidFill>
                  <a:srgbClr val="E8E8EA"/>
                </a:solidFill>
                <a:latin typeface="Helvetica Neue"/>
              </a:rPr>
              <a:t>Repo Health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9CA3AF"/>
                </a:solidFill>
                <a:latin typeface="Helvetica Neue"/>
              </a:rPr>
              <a:t>Track how a codebase evolves over time — and tell teams whether they're winning or losing.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6616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6908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E8E8EA"/>
                </a:solidFill>
                <a:latin typeface="Helvetica Neue"/>
              </a:rPr>
              <a:t>•  Ingests a public git repo and builds a per-commit code knowledge graph with tree-sitter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8EA"/>
                </a:solidFill>
                <a:latin typeface="Helvetica Neue"/>
              </a:rPr>
              <a:t>•  Composite health score with 5 explainable subscores — drift, tests, hotspots, deps, arch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8EA"/>
                </a:solidFill>
                <a:latin typeface="Helvetica Neue"/>
              </a:rPr>
              <a:t>•  Click any dip on the time-series → LLM tells you why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8EA"/>
                </a:solidFill>
                <a:latin typeface="Helvetica Neue"/>
              </a:rPr>
              <a:t>•  Pre-merge prediction, bus factor, architectural drift, force-directed graph viz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Helvetica Neue"/>
              </a:rPr>
              <a:t>Tested on tarinagarwal/Edulume — 109 commits ingested in ~30s on an M2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github.com/avinrique/repo-health-intelligence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Helvetica Neue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REPO HEALTH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A"/>
                </a:solidFill>
                <a:latin typeface="Helvetica Neue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8E8EA"/>
                </a:solidFill>
                <a:latin typeface="Helvetica Neue"/>
              </a:rPr>
              <a:t>Linters and coverage reports describe a codebase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8E8EA"/>
                </a:solidFill>
                <a:latin typeface="Helvetica Neue"/>
              </a:rPr>
              <a:t>No one connects "this PR merged" to "and here's how it shifted the complexity,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8E8EA"/>
                </a:solidFill>
                <a:latin typeface="Helvetica Neue"/>
              </a:rPr>
              <a:t>architecture, and risk of the codebase."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Helvetica Neue"/>
              </a:rPr>
              <a:t>Engineering teams ship blind.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7091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THE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E8E8EA"/>
                </a:solidFill>
                <a:latin typeface="Helvetica Neue"/>
              </a:rPr>
              <a:t>•  Coverage reports = static snapshot of one moment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8EA"/>
                </a:solidFill>
                <a:latin typeface="Helvetica Neue"/>
              </a:rPr>
              <a:t>•  Git history is rich, but no tooling converts it into a longitudinal health signal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E8E8EA"/>
                </a:solidFill>
                <a:latin typeface="Helvetica Neue"/>
              </a:rPr>
              <a:t>•  Teams notice rot only when something breaks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github.com/avinrique/repo-health-intelligence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Helvetica Neue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REPO HEALTH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A"/>
                </a:solidFill>
                <a:latin typeface="Helvetica Neue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Helvetica Neue"/>
              </a:rPr>
              <a:t>Four-stage pipeline · zero LLM dependency for the core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697480" cy="347472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1 ·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E8E8EA"/>
                </a:solidFill>
                <a:latin typeface="Helvetica Neue"/>
              </a:rPr>
              <a:t>•  Clone repo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E8E8EA"/>
                </a:solidFill>
                <a:latin typeface="Helvetica Neue"/>
              </a:rPr>
              <a:t>•  Walk every commit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E8E8EA"/>
                </a:solidFill>
                <a:latin typeface="Helvetica Neue"/>
              </a:rPr>
              <a:t>•  tree-sitter parses TS/TSX/JS/JSX/Py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E8E8EA"/>
                </a:solidFill>
                <a:latin typeface="Helvetica Neue"/>
              </a:rPr>
              <a:t>•  Sample for repos &gt; 500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286000"/>
            <a:ext cx="2697480" cy="347472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4231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2 ·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8892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E8E8EA"/>
                </a:solidFill>
                <a:latin typeface="Helvetica Neue"/>
              </a:rPr>
              <a:t>•  Per-commit nodes (files)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E8E8EA"/>
                </a:solidFill>
                <a:latin typeface="Helvetica Neue"/>
              </a:rPr>
              <a:t>•  Edges = resolved imports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E8E8EA"/>
                </a:solidFill>
                <a:latin typeface="Helvetica Neue"/>
              </a:rPr>
              <a:t>•  Tarjan SCC for cycles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E8E8EA"/>
                </a:solidFill>
                <a:latin typeface="Helvetica Neue"/>
              </a:rPr>
              <a:t>•  Stored in SQLite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86000"/>
            <a:ext cx="2697480" cy="347472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231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3 ·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8892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E8E8EA"/>
                </a:solidFill>
                <a:latin typeface="Helvetica Neue"/>
              </a:rPr>
              <a:t>•  5 normalized subscores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E8E8EA"/>
                </a:solidFill>
                <a:latin typeface="Helvetica Neue"/>
              </a:rPr>
              <a:t>•  Composite 0–100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E8E8EA"/>
                </a:solidFill>
                <a:latin typeface="Helvetica Neue"/>
              </a:rPr>
              <a:t>•  Each call is explainable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E8E8EA"/>
                </a:solidFill>
                <a:latin typeface="Helvetica Neue"/>
              </a:rPr>
              <a:t>•  Baseline = first commit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286000"/>
            <a:ext cx="2697480" cy="347472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4231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4 ·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78892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E8E8EA"/>
                </a:solidFill>
                <a:latin typeface="Helvetica Neue"/>
              </a:rPr>
              <a:t>•  Time-series chart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E8E8EA"/>
                </a:solidFill>
                <a:latin typeface="Helvetica Neue"/>
              </a:rPr>
              <a:t>•  Click dip → LLM explains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E8E8EA"/>
                </a:solidFill>
                <a:latin typeface="Helvetica Neue"/>
              </a:rPr>
              <a:t>•  Bus factor heatmap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E8E8EA"/>
                </a:solidFill>
                <a:latin typeface="Helvetica Neue"/>
              </a:rPr>
              <a:t>•  Pre-merge simulator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github.com/avinrique/repo-health-intelligence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Helvetica Neue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REPO HEALTH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A"/>
                </a:solidFill>
                <a:latin typeface="Helvetica Neue"/>
              </a:rPr>
              <a:t>The health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Helvetica Neue"/>
              </a:rPr>
              <a:t>Five explainable subscores → composite 0–100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101012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C55E"/>
                </a:solidFill>
                <a:latin typeface="Menlo"/>
              </a:rPr>
              <a:t>health = 25·(1 − drift) + 25·tests + 20·(1 − hotspots) + 15·(1 − rot) + 15·(1 − arch_drift)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2127443" cy="26974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3547872"/>
            <a:ext cx="54864" cy="2368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16702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8EA"/>
                </a:solidFill>
                <a:latin typeface="Helvetica Neue"/>
              </a:rPr>
              <a:t>Complexity 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77640"/>
            <a:ext cx="1670243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avg cyclomatic complexity vs first commit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0383" y="3383280"/>
            <a:ext cx="2127443" cy="26974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4975" y="3547872"/>
            <a:ext cx="54864" cy="2368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0423" y="3566160"/>
            <a:ext cx="16702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8EA"/>
                </a:solidFill>
                <a:latin typeface="Helvetica Neue"/>
              </a:rPr>
              <a:t>Test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0423" y="3977640"/>
            <a:ext cx="1670243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test files / source files (path heuristic — no run needed)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2126" y="3383280"/>
            <a:ext cx="2127443" cy="26974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96718" y="3547872"/>
            <a:ext cx="54864" cy="2368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2166" y="3566160"/>
            <a:ext cx="16702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8EA"/>
                </a:solidFill>
                <a:latin typeface="Helvetica Neue"/>
              </a:rPr>
              <a:t>Hotspot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2166" y="3977640"/>
            <a:ext cx="1670243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top-10 concentration + log-intensity of churn × cx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3869" y="3383280"/>
            <a:ext cx="2127443" cy="26974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38461" y="3547872"/>
            <a:ext cx="54864" cy="236829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93909" y="3566160"/>
            <a:ext cx="16702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8EA"/>
                </a:solidFill>
                <a:latin typeface="Helvetica Neue"/>
              </a:rPr>
              <a:t>Dependency rot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3909" y="3977640"/>
            <a:ext cx="1670243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num deps + commits since package.json last bumped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15612" y="3383280"/>
            <a:ext cx="2127443" cy="26974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80204" y="3547872"/>
            <a:ext cx="54864" cy="236829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35652" y="3566160"/>
            <a:ext cx="16702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8EA"/>
                </a:solidFill>
                <a:latin typeface="Helvetica Neue"/>
              </a:rPr>
              <a:t>Arch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35652" y="3977640"/>
            <a:ext cx="1670243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growth in cycles + orphan ratio + max fan-in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github.com/avinrique/repo-health-intelligence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Helvetica Neue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DEMO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A"/>
                </a:solidFill>
                <a:latin typeface="Helvetica Neue"/>
              </a:rPr>
              <a:t>Live result: tarinagarwal/Edulume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Helvetica Neue"/>
              </a:rPr>
              <a:t>109 commits ingested · ~30s wall-clock on M2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194560" cy="118872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22C55E"/>
                </a:solidFill>
                <a:latin typeface="Helvetica Neue"/>
              </a:rPr>
              <a:t>55.2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Helvetica Neue"/>
              </a:rPr>
              <a:t>Starting health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194560"/>
            <a:ext cx="2194560" cy="118872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3317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EF4444"/>
                </a:solidFill>
                <a:latin typeface="Helvetica Neue"/>
              </a:rPr>
              <a:t>28.2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063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Helvetica Neue"/>
              </a:rPr>
              <a:t>Current health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194560"/>
            <a:ext cx="2194560" cy="118872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3317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59E0B"/>
                </a:solidFill>
                <a:latin typeface="Helvetica Neue"/>
              </a:rPr>
              <a:t>−27.0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063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Helvetica Neue"/>
              </a:rPr>
              <a:t>Net drop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2194560"/>
            <a:ext cx="2194560" cy="118872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23317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59E0B"/>
                </a:solidFill>
                <a:latin typeface="Helvetica Ne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063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Helvetica Neue"/>
              </a:rPr>
              <a:t>Flagged dips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2194560"/>
            <a:ext cx="2194560" cy="118872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3317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EF4444"/>
                </a:solidFill>
                <a:latin typeface="Helvetica Neue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063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Helvetica Neue"/>
              </a:rPr>
              <a:t>Single-owner 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49039"/>
            <a:ext cx="11064240" cy="24688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8862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WHAT THE SYSTEM CAUGHT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5196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E8E8EA"/>
                </a:solidFill>
                <a:latin typeface="Helvetica Neue"/>
              </a:rPr>
              <a:t>•  Biggest dip at commit #1 "add discussion forum" — health drops 18 pts; LLM explains: drift + new hotspots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8E8EA"/>
                </a:solidFill>
                <a:latin typeface="Helvetica Neue"/>
              </a:rPr>
              <a:t>•  client/src/utils/api.ts is the #1 hotspot — churn 19 × complexity 54 = risk 1026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8E8EA"/>
                </a:solidFill>
                <a:latin typeface="Helvetica Neue"/>
              </a:rPr>
              <a:t>•  Real circular import: TestTimeRemaining.tsx ↔ TestPageStandalone.tsx (caught by Tarjan SCC)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8E8EA"/>
                </a:solidFill>
                <a:latin typeface="Helvetica Neue"/>
              </a:rPr>
              <a:t>•  tarinagarwal owns 87% of server/routes/ and 100% of auth code — bus factor = 1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8E8EA"/>
                </a:solidFill>
                <a:latin typeface="Helvetica Neue"/>
              </a:rPr>
              <a:t>•  Simulating feature/olive-theme branch predicts a −2.1 health drop, mostly from hotspot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github.com/avinrique/repo-health-intelligence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Helvetica Neue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REPO HEALTH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A"/>
                </a:solidFill>
                <a:latin typeface="Helvetica Neue"/>
              </a:rPr>
              <a:t>Time-series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Helvetica Neue"/>
              </a:rPr>
              <a:t>Health trend, dip annotations, click-to-explain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6949440" cy="393192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Helvetica Neue"/>
              </a:rPr>
              <a:t>Health (0–100)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486400"/>
            <a:ext cx="6400800" cy="800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14400" y="2971800"/>
            <a:ext cx="474133" cy="59436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88533" y="3566160"/>
            <a:ext cx="414867" cy="9144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03400" y="3657600"/>
            <a:ext cx="414866" cy="36576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18266" y="4023360"/>
            <a:ext cx="355600" cy="9144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73866" y="4114800"/>
            <a:ext cx="474134" cy="9144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48000" y="4206240"/>
            <a:ext cx="533400" cy="4572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581400" y="4251960"/>
            <a:ext cx="889000" cy="4572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470400" y="4160520"/>
            <a:ext cx="889000" cy="13716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59400" y="4160520"/>
            <a:ext cx="1185333" cy="4572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44733" y="4206240"/>
            <a:ext cx="770467" cy="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315381" y="3493008"/>
            <a:ext cx="146304" cy="146304"/>
          </a:xfrm>
          <a:prstGeom prst="ellipse">
            <a:avLst/>
          </a:prstGeom>
          <a:solidFill>
            <a:srgbClr val="EF4444"/>
          </a:solidFill>
          <a:ln w="6350">
            <a:solidFill>
              <a:srgbClr val="E8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00714" y="4041648"/>
            <a:ext cx="146304" cy="146304"/>
          </a:xfrm>
          <a:prstGeom prst="ellipse">
            <a:avLst/>
          </a:prstGeom>
          <a:solidFill>
            <a:srgbClr val="EF4444"/>
          </a:solidFill>
          <a:ln w="6350">
            <a:solidFill>
              <a:srgbClr val="E8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97248" y="4224528"/>
            <a:ext cx="146304" cy="146304"/>
          </a:xfrm>
          <a:prstGeom prst="ellipse">
            <a:avLst/>
          </a:prstGeom>
          <a:solidFill>
            <a:srgbClr val="EF4444"/>
          </a:solidFill>
          <a:ln w="6350">
            <a:solidFill>
              <a:srgbClr val="E8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80960" y="2194560"/>
            <a:ext cx="3931920" cy="393192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CLICK A RED DOT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651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E8EA"/>
                </a:solidFill>
                <a:latin typeface="Helvetica Neue"/>
              </a:rPr>
              <a:t>Commit #1: add discussion forum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3017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Menlo"/>
              </a:rPr>
              <a:t>10a91b6 — Aug 20, 2025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3429000"/>
            <a:ext cx="3520440" cy="2560320"/>
          </a:xfrm>
          <a:prstGeom prst="roundRect">
            <a:avLst>
              <a:gd name="adj" fmla="val 5000"/>
            </a:avLst>
          </a:prstGeom>
          <a:solidFill>
            <a:srgbClr val="101012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35661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Helvetica Neue"/>
              </a:rPr>
              <a:t>WHY THE DROP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84048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8E8EA"/>
                </a:solidFill>
                <a:latin typeface="Helvetica Neue"/>
              </a:rPr>
              <a:t>Health fell 18.0 points; the dominant driver was complexity drift worsened. Largest swings: server/db.js (Δcx=+7), Navbar.tsx (Δcx=+2). New hotspots: DiscussionDetailPage.tsx, routes/discussions.js. Files 27→35, LOC 3587→7097.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github.com/avinrique/repo-health-intelligence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Helvetica Neue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REPO HEALTH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A"/>
                </a:solidFill>
                <a:latin typeface="Helvetica Neue"/>
              </a:rPr>
              <a:t>Knowledge graph diff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Helvetica Neue"/>
              </a:rPr>
              <a:t>Compare any two commits. See exactly what changed structurally.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697480" cy="38404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22C55E"/>
                </a:solidFill>
                <a:latin typeface="Helvetica Neue"/>
              </a:rPr>
              <a:t>+ 8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Helvetica Neue"/>
              </a:rPr>
              <a:t>files added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E8E8EA"/>
                </a:solidFill>
                <a:latin typeface="Helvetica Neue"/>
              </a:rPr>
              <a:t>•  DiscussionDetailPage.tsx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E8E8EA"/>
                </a:solidFill>
                <a:latin typeface="Helvetica Neue"/>
              </a:rPr>
              <a:t>•  MentionInput.tsx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E8E8EA"/>
                </a:solidFill>
                <a:latin typeface="Helvetica Neue"/>
              </a:rPr>
              <a:t>•  NotificationDropdown.tsx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E8E8EA"/>
                </a:solidFill>
                <a:latin typeface="Helvetica Neue"/>
              </a:rPr>
              <a:t>•  CreateDiscussionPage.tsx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E8E8EA"/>
                </a:solidFill>
                <a:latin typeface="Helvetica Neue"/>
              </a:rPr>
              <a:t>•  DiscussionsPage.tsx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194560"/>
            <a:ext cx="2697480" cy="38404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37744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6B7280"/>
                </a:solidFill>
                <a:latin typeface="Helvetica Neue"/>
              </a:rPr>
              <a:t>− 0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0632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Helvetica Neue"/>
              </a:rPr>
              <a:t>files removed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94560"/>
            <a:ext cx="2697480" cy="38404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4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59E0B"/>
                </a:solidFill>
                <a:latin typeface="Helvetica Neue"/>
              </a:rPr>
              <a:t>~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632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Helvetica Neue"/>
              </a:rPr>
              <a:t>files 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47472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E8E8EA"/>
                </a:solidFill>
                <a:latin typeface="Helvetica Neue"/>
              </a:rPr>
              <a:t>•  server/db.js  Δcx +7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E8E8EA"/>
                </a:solidFill>
                <a:latin typeface="Helvetica Neue"/>
              </a:rPr>
              <a:t>•  Navbar.tsx  Δcx +2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E8E8EA"/>
                </a:solidFill>
                <a:latin typeface="Helvetica Neue"/>
              </a:rPr>
              <a:t>•  client/utils/api.ts  Δcx 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194560"/>
            <a:ext cx="2697480" cy="38404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237744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22C55E"/>
                </a:solidFill>
                <a:latin typeface="Helvetica Neue"/>
              </a:rPr>
              <a:t>+ 22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06324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Helvetica Neue"/>
              </a:rPr>
              <a:t>edges added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47472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E8E8EA"/>
                </a:solidFill>
                <a:latin typeface="Helvetica Neue"/>
              </a:rPr>
              <a:t>•  DiscussionsPage → api.ts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E8E8EA"/>
                </a:solidFill>
                <a:latin typeface="Helvetica Neue"/>
              </a:rPr>
              <a:t>•  DiscussionDetail → MentionInput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E8E8EA"/>
                </a:solidFill>
                <a:latin typeface="Helvetica Neue"/>
              </a:rPr>
              <a:t>•  Navbar → NotificationDropdown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github.com/avinrique/repo-health-intelligence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Helvetica Neue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REPO HEALTH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A"/>
                </a:solidFill>
                <a:latin typeface="Helvetica Neue"/>
              </a:rPr>
              <a:t>Hotspot map — where bugs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Helvetica Neue"/>
              </a:rPr>
              <a:t>churn × complexity, ranked. Top 5 at Edulume HEAD: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E8EA"/>
                </a:solidFill>
                <a:latin typeface="Menlo"/>
              </a:rPr>
              <a:t>client/src/utils/api.ts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churn 19 · complexity 54 · risk 1026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560320"/>
            <a:ext cx="3291840" cy="13716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0" y="2560320"/>
            <a:ext cx="3291840" cy="1371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E8EA"/>
                </a:solidFill>
                <a:latin typeface="Menlo"/>
              </a:rPr>
              <a:t>server/routes/auth.js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churn 11 · complexity 76 · risk 836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291840"/>
            <a:ext cx="3291840" cy="13716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0" y="3291840"/>
            <a:ext cx="2682240" cy="1371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74904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40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E8EA"/>
                </a:solidFill>
                <a:latin typeface="Menlo"/>
              </a:rPr>
              <a:t>server/routes/discussions.js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14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churn 6 · complexity 131 · risk 786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4023360"/>
            <a:ext cx="3291840" cy="13716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0" y="4023360"/>
            <a:ext cx="2521818" cy="1371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48056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72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E8EA"/>
                </a:solidFill>
                <a:latin typeface="Menlo"/>
              </a:rPr>
              <a:t>client/src/components/layout/Navbar.tsx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churn 10 · complexity 62 · risk 620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4754880"/>
            <a:ext cx="3291840" cy="13716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63840" y="4754880"/>
            <a:ext cx="1989221" cy="1371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521208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03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E8EA"/>
                </a:solidFill>
                <a:latin typeface="Menlo"/>
              </a:rPr>
              <a:t>client/src/components/ai/PdfChatbotPage.tsx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5778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churn 6 · complexity 68 · risk 408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5486400"/>
            <a:ext cx="3291840" cy="13716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63840" y="5486400"/>
            <a:ext cx="1309035" cy="1371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github.com/avinrique/repo-health-intelligence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Helvetica Neue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REPO HEALTH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A"/>
                </a:solidFill>
                <a:latin typeface="Helvetica Neue"/>
              </a:rPr>
              <a:t>Bus factor — who owns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Helvetica Neue"/>
              </a:rPr>
              <a:t>The smallest number of authors who together own &gt; 50 % of commits on a file or module.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8EA"/>
                </a:solidFill>
                <a:latin typeface="Menlo"/>
              </a:rPr>
              <a:t>client/src/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78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39 files · 25 single-owner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450592"/>
            <a:ext cx="4114800" cy="18288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2450592"/>
            <a:ext cx="3003804" cy="1828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0" y="23317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8EA"/>
                </a:solidFill>
                <a:latin typeface="Helvetica Neue"/>
              </a:rPr>
              <a:t>tarinagarwal 73%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7180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8EA"/>
                </a:solidFill>
                <a:latin typeface="Menlo"/>
              </a:rPr>
              <a:t>server/routes/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558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7 files · 6 single-owner 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227832"/>
            <a:ext cx="4114800" cy="18288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0" y="3227832"/>
            <a:ext cx="3579876" cy="1828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0" y="31089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8EA"/>
                </a:solidFill>
                <a:latin typeface="Helvetica Neue"/>
              </a:rPr>
              <a:t>tarinagarwal 87%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4904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8EA"/>
                </a:solidFill>
                <a:latin typeface="Menlo"/>
              </a:rPr>
              <a:t>python-backend/fileUpload/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330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2 files · 2 single-owner 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005072"/>
            <a:ext cx="4114800" cy="18288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0" y="4005072"/>
            <a:ext cx="4114800" cy="1828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3886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8EA"/>
                </a:solidFill>
                <a:latin typeface="Helvetica Neue"/>
              </a:rPr>
              <a:t>tarinagarwal 100%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2628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8EA"/>
                </a:solidFill>
                <a:latin typeface="Menlo"/>
              </a:rPr>
              <a:t>server/middleware/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103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1 files · 1 single-owner 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4782312"/>
            <a:ext cx="4114800" cy="18288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0" y="4782312"/>
            <a:ext cx="4114800" cy="1828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46634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8EA"/>
                </a:solidFill>
                <a:latin typeface="Helvetica Neue"/>
              </a:rPr>
              <a:t>tarinagarwal 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Helvetica Neue"/>
              </a:rPr>
              <a:t>Verdict: lose one person → most of Edulume needs new ownership.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github.com/avinrique/repo-health-intelligence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Helvetica Neue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REPO HEALTH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A"/>
                </a:solidFill>
                <a:latin typeface="Helvetica Neue"/>
              </a:rPr>
              <a:t>Architectural 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Helvetica Neue"/>
              </a:rPr>
              <a:t>Cycles + orphans + max fan-in, baselined to the first commit.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1064240" cy="45720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048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Helvetica Neue"/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4048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9CA3AF"/>
                </a:solidFill>
                <a:latin typeface="Helvetica Neue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4048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9CA3AF"/>
                </a:solidFill>
                <a:latin typeface="Helvetica Neue"/>
              </a:rPr>
              <a:t>AT 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4048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Helvetica Neue"/>
              </a:rPr>
              <a:t>NOTE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535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E8EA"/>
                </a:solidFill>
                <a:latin typeface="Helvetica Neue"/>
              </a:rPr>
              <a:t>Cycles (Tarjan SCC ≥2)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9535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9CA3AF"/>
                </a:solidFill>
                <a:latin typeface="Helvetica Neue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9535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Helvetica Neu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99008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TestTimeRemaining.tsx ↔ TestPageStandalone.tsx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6616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307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E8EA"/>
                </a:solidFill>
                <a:latin typeface="Helvetica Neue"/>
              </a:rPr>
              <a:t>Orphan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73075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9CA3AF"/>
                </a:solidFill>
                <a:latin typeface="Helvetica Neue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3075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Helvetica Neue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76732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files with no in/out internal imports — unused or dead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4340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079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E8EA"/>
                </a:solidFill>
                <a:latin typeface="Helvetica Neue"/>
              </a:rPr>
              <a:t>Max fan-in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5079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9CA3AF"/>
                </a:solidFill>
                <a:latin typeface="Helvetica Neue"/>
              </a:rPr>
              <a:t>~4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5079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Helvetica Neue"/>
              </a:rPr>
              <a:t>~5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54456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most-imported file = api.ts utility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8523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E8EA"/>
                </a:solidFill>
                <a:latin typeface="Helvetica Neue"/>
              </a:rPr>
              <a:t>Single-owner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285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9CA3AF"/>
                </a:solidFill>
                <a:latin typeface="Helvetica Neue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285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Helvetica Neue"/>
              </a:rPr>
              <a:t>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32180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every one is a bus-factor-1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github.com/avinrique/repo-health-intelligence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Helvetica Neue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REPO HEALTH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A"/>
                </a:solidFill>
                <a:latin typeface="Helvetica Neue"/>
              </a:rPr>
              <a:t>Pre-merge health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Helvetica Neue"/>
              </a:rPr>
              <a:t>Pick any branch on the upstream repo, simulate it against main, get predicted Δhealth.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E8E8EA"/>
                </a:solidFill>
                <a:latin typeface="Helvetica Neue"/>
              </a:rPr>
              <a:t>28.2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Helvetica Neue"/>
              </a:rPr>
              <a:t>Current health (main)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9456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33172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59E0B"/>
                </a:solidFill>
                <a:latin typeface="Helvetica Neue"/>
              </a:rPr>
              <a:t>26.1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0632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Helvetica Neue"/>
              </a:rPr>
              <a:t>Predicted (feature/olive-theme)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9456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33172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EF4444"/>
                </a:solidFill>
                <a:latin typeface="Helvetica Neue"/>
              </a:rPr>
              <a:t>− 2.1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0632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Helvetica Neue"/>
              </a:rPr>
              <a:t>Δ if merged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11064240" cy="246888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862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SUBSCORE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976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8EA"/>
                </a:solidFill>
                <a:latin typeface="Helvetica Neue"/>
              </a:rPr>
              <a:t>complexity drift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2976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Menlo"/>
              </a:rPr>
              <a:t>0.723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29768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Helvetica Neue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Menlo"/>
              </a:rPr>
              <a:t>0.752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2976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  <a:latin typeface="Helvetica Neue"/>
              </a:rPr>
              <a:t>worse — avg cx rises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634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8EA"/>
                </a:solidFill>
                <a:latin typeface="Helvetica Neue"/>
              </a:rPr>
              <a:t>test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6634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Menlo"/>
              </a:rPr>
              <a:t>0.000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66344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Helvetica Neue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Menlo"/>
              </a:rPr>
              <a:t>0.000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6634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no 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292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8EA"/>
                </a:solidFill>
                <a:latin typeface="Helvetica Neue"/>
              </a:rPr>
              <a:t>hotspot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0292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Menlo"/>
              </a:rPr>
              <a:t>0.777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502920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Helvetica Neue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0292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Menlo"/>
              </a:rPr>
              <a:t>0.845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0292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  <a:latin typeface="Helvetica Neue"/>
              </a:rPr>
              <a:t>worse — hotspot risk grows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3949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8EA"/>
                </a:solidFill>
                <a:latin typeface="Helvetica Neue"/>
              </a:rPr>
              <a:t>dependency rot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3949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Menlo"/>
              </a:rPr>
              <a:t>0.500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539496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Helvetica Neue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3949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Menlo"/>
              </a:rPr>
              <a:t>0.500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3949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no change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7607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8EA"/>
                </a:solidFill>
                <a:latin typeface="Helvetica Neue"/>
              </a:rPr>
              <a:t>arch drift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57607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Menlo"/>
              </a:rPr>
              <a:t>0.380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576072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Helvetica Neue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7607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Menlo"/>
              </a:rPr>
              <a:t>0.380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7607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no change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github.com/avinrique/repo-health-intelligence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Helvetica Neue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REPO HEALTH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A"/>
                </a:solidFill>
                <a:latin typeface="Helvetica Neue"/>
              </a:rPr>
              <a:t>LLM usage — every call defended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402336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0424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E8E8EA"/>
                </a:solidFill>
                <a:latin typeface="Helvetica Neue"/>
              </a:rPr>
              <a:t>•  The only LLM endpoint is /api/explain — narrates a dip when the user clicks one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8E8EA"/>
                </a:solidFill>
                <a:latin typeface="Helvetica Neue"/>
              </a:rPr>
              <a:t>•  Result is cached in narratives(sha, prev_sha) — second click hits the cache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8E8EA"/>
                </a:solidFill>
                <a:latin typeface="Helvetica Neue"/>
              </a:rPr>
              <a:t>•  Prompt body is ~600 tokens of pre-computed deltas — no source code, no per-function data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8E8EA"/>
                </a:solidFill>
                <a:latin typeface="Helvetica Neue"/>
              </a:rPr>
              <a:t>•  Output capped at 280 tokens — Haiku 4.5 via Vercel AI Gateway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8E8EA"/>
                </a:solidFill>
                <a:latin typeface="Helvetica Neue"/>
              </a:rPr>
              <a:t>•  When AI_GATEWAY_API_KEY is unset, a deterministic rule-based summary runs instead — feature still works at zero cost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E8E8EA"/>
                </a:solidFill>
                <a:latin typeface="Helvetica Neue"/>
              </a:rPr>
              <a:t>•  Cost scales with user clicks on dips, not repo size · ingestion does zero LLM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github.com/avinrique/repo-health-intelligence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Helvetica Neue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REPO HEALTH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8EA"/>
                </a:solidFill>
                <a:latin typeface="Helvetica Neue"/>
              </a:rPr>
              <a:t>Stack · checklist · 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E8E8EA"/>
                </a:solidFill>
                <a:latin typeface="Helvetica Neue"/>
              </a:rPr>
              <a:t>•  Next.js 15 · React 19 · TypeScript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8E8EA"/>
                </a:solidFill>
                <a:latin typeface="Helvetica Neue"/>
              </a:rPr>
              <a:t>•  tree-sitter (TS / TSX / JS / JSX / Python)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8E8EA"/>
                </a:solidFill>
                <a:latin typeface="Helvetica Neue"/>
              </a:rPr>
              <a:t>•  simple-git for history walk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8E8EA"/>
                </a:solidFill>
                <a:latin typeface="Helvetica Neue"/>
              </a:rPr>
              <a:t>•  better-sqlite3 for graph storage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8E8EA"/>
                </a:solidFill>
                <a:latin typeface="Helvetica Neue"/>
              </a:rPr>
              <a:t>•  Recharts + custom canvas force-directed viz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E8E8EA"/>
                </a:solidFill>
                <a:latin typeface="Helvetica Neue"/>
              </a:rPr>
              <a:t>•  Vercel AI Gateway · claude-haiku-4-5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440680" cy="41148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Helvetica Neue"/>
              </a:rPr>
              <a:t>BRIEF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2402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8EA"/>
                </a:solidFill>
                <a:latin typeface="Helvetica Neue"/>
              </a:rPr>
              <a:t>Repo ingestion + per-commit graphs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328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53288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8EA"/>
                </a:solidFill>
                <a:latin typeface="Helvetica Neue"/>
              </a:rPr>
              <a:t>5 explainable subscores (brief asked ≥ 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254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82549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8EA"/>
                </a:solidFill>
                <a:latin typeface="Helvetica Neue"/>
              </a:rPr>
              <a:t>Time-series dashboard + dip annotations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18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11810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8EA"/>
                </a:solidFill>
                <a:latin typeface="Helvetica Neue"/>
              </a:rPr>
              <a:t>Knowledge graph diff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107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41071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8EA"/>
                </a:solidFill>
                <a:latin typeface="Helvetica Neue"/>
              </a:rPr>
              <a:t>Hotspot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033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7033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8EA"/>
                </a:solidFill>
                <a:latin typeface="Helvetica Neue"/>
              </a:rPr>
              <a:t>Bus factor per module  [bonus]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9592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99592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8EA"/>
                </a:solidFill>
                <a:latin typeface="Helvetica Neue"/>
              </a:rPr>
              <a:t>Architectural drift  [bonus]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885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28853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8EA"/>
                </a:solidFill>
                <a:latin typeface="Helvetica Neue"/>
              </a:rPr>
              <a:t>LLM narrative  [bonus]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8114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58114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8EA"/>
                </a:solidFill>
                <a:latin typeface="Helvetica Neue"/>
              </a:rPr>
              <a:t>Pre-merge prediction  [bonus]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737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8737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E8EA"/>
                </a:solidFill>
                <a:latin typeface="Helvetica Neue"/>
              </a:rPr>
              <a:t>Multi-language  [bonus]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Helvetica Neue"/>
              </a:rPr>
              <a:t>github.com/avinrique/repo-health-intelligence · demo: tarinagarwal/Edulume · built for the Repo Health Intelligence brief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github.com/avinrique/repo-health-intelligence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Helvetica Neue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